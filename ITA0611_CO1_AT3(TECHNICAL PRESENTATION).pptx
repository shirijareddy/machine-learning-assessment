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2211" y="1143000"/>
            <a:ext cx="10237098" cy="5283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0"/>
              </a:spcAft>
              <a:defRPr sz="2800" b="1"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 AND MERIT OF THE SYSTEM</a:t>
            </a:r>
          </a:p>
          <a:p>
            <a:pPr algn="ctr">
              <a:spcAft>
                <a:spcPts val="2000"/>
              </a:spcAft>
              <a:defRPr sz="2200" b="1">
                <a:latin typeface="Aptos"/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2000"/>
              </a:spcAft>
              <a:defRPr sz="2200" b="1">
                <a:latin typeface="Aptos"/>
              </a:defRP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2000"/>
              </a:spcAft>
              <a:defRPr sz="2200" b="1">
                <a:latin typeface="Aptos"/>
              </a:defRP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2000"/>
              </a:spcAft>
              <a:defRPr sz="2200" b="1">
                <a:latin typeface="Aptos"/>
              </a:defRP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2000"/>
              </a:spcAft>
              <a:defRPr sz="2200" b="1">
                <a:latin typeface="Aptos"/>
              </a:defRP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2000"/>
              </a:spcAft>
              <a:defRPr sz="2200" b="1"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ctr">
              <a:spcAft>
                <a:spcPts val="2000"/>
              </a:spcAft>
              <a:defRPr sz="2200" b="1"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SHIRIJA MULA</a:t>
            </a:r>
          </a:p>
          <a:p>
            <a:pPr algn="ctr">
              <a:spcAft>
                <a:spcPts val="2000"/>
              </a:spcAft>
              <a:defRPr sz="2200" b="1"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192412511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6DB01E-8A13-5944-45CB-CB3738536B75}"/>
              </a:ext>
            </a:extLst>
          </p:cNvPr>
          <p:cNvSpPr txBox="1"/>
          <p:nvPr/>
        </p:nvSpPr>
        <p:spPr>
          <a:xfrm>
            <a:off x="4495800" y="3059668"/>
            <a:ext cx="58347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</a:rPr>
              <a:t>ITA0611:MACHINE LEARNING</a:t>
            </a:r>
            <a:endParaRPr lang="en-IN" sz="2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241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Performance analysis evaluates how effectively a machine learning model performs.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It measures the model using quantitative evaluation metrics.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The proposed system is compared with traditional or baseline methods.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Higher accuracy, sensitivity, and reliability indicate better performance.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Graphs and visualizations help understand model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Key 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241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Accuracy – Percentage of correctly classified samples.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Precision – Correct positive predictions among all positive predictions.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Recall / Sensitivity – Ability to identify actual positive samples.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F1-Score – Harmonic mean of precision and recall.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Error Rate – Percentage of incorrectly classified samples.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Accuracy = Correct Predictions / Total Predictions ×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241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True Positive (TP): Correctly predicted positive samples.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True Negative (TN): Correctly predicted negative samples.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False Positive (FP): Negative samples incorrectly predicted as positive.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False Negative (FN): Positive samples incorrectly predicted as negative.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A confusion matrix gives a detailed view of classification errors.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ROC Curve and AUC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241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ROC represents the performance of a binary classifier.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X-axis: False Positive Rate (FPR).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Y-axis: True Positive Rate (TPR).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AUC is the Area Under the ROC Curve.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A higher AUC indicates better class discrimination.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TPR = TP / (TP + FN)    |    FPR = FP / (FP + TN)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Comparative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241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Illustrative comparison with a baseline method: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Accuracy: Baseline 86% → Proposed 94%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Precision: Baseline 84% → Proposed 93%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Sensitivity: Baseline 82% → Proposed 95%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F1-Score: Baseline 83% → Proposed 94%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Error Rate: Baseline 14% → Proposed 6%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Note: Replace these illustrative values with actual experimental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Performance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241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Bar Graph – Compare accuracy, precision, recall and F1-score.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Confusion Matrix – Analyze correct and incorrect predictions.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ROC Curve – Evaluate classification capability.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Line Graph – Observe performance across datasets or iterations.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Visualization makes comparative results easier to interpret.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Merits of the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241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High accuracy – Produces more correct predictions.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Improved sensitivity – Detects positive cases effectively.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Low error rate – Reduces incorrect predictions.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Reliability – Provides consistent results.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Efficiency – Can reduce computational effort when optimized.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Scalability – Can be adapted for larger datasets.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Efficiency, Reliability and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241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EFFICIENCY: Faster processing and prediction; suitable for real-time applications.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RELIABILITY: Consistent performance and reduced false predictions.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SCALABILITY: Can handle increasing amounts of data and be extended to new classes.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Together, these properties support practical deployment of the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241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Performance analysis is essential for validating a machine learning system.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Accuracy, precision, sensitivity, F1-score and error rate provide quantitative evidence.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Confusion matrices and ROC curves provide detailed performance insights.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Comparative analysis demonstrates advantages over baseline methods.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High accuracy, low error, reliability, efficiency and scalability indicate an effective system.</a:t>
            </a:r>
          </a:p>
          <a:p>
            <a:pPr>
              <a:spcAft>
                <a:spcPts val="1200"/>
              </a:spcAft>
              <a:defRPr sz="2000">
                <a:latin typeface="Aptos"/>
              </a:defRPr>
            </a:pPr>
            <a:r>
              <a:t>• 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591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mulashirija@gmail.com</cp:lastModifiedBy>
  <cp:revision>2</cp:revision>
  <dcterms:created xsi:type="dcterms:W3CDTF">2013-01-27T09:14:16Z</dcterms:created>
  <dcterms:modified xsi:type="dcterms:W3CDTF">2026-10-08T04:46:48Z</dcterms:modified>
  <cp:category/>
</cp:coreProperties>
</file>